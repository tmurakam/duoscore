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</p:sldIdLst>
  <p:sldSz cx="7559675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15"/>
    <p:restoredTop sz="94694"/>
  </p:normalViewPr>
  <p:slideViewPr>
    <p:cSldViewPr snapToGrid="0">
      <p:cViewPr>
        <p:scale>
          <a:sx n="75" d="100"/>
          <a:sy n="75" d="100"/>
        </p:scale>
        <p:origin x="6240" y="1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649770"/>
            <a:ext cx="6425724" cy="3509551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294662"/>
            <a:ext cx="5669756" cy="2433817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5751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303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513159"/>
            <a:ext cx="6520220" cy="4193259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6746088"/>
            <a:ext cx="6520220" cy="2205136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9962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683500"/>
            <a:ext cx="3212862" cy="639606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683500"/>
            <a:ext cx="3212862" cy="639606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7585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36702"/>
            <a:ext cx="6520220" cy="194845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471154"/>
            <a:ext cx="3198096" cy="1211074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682228"/>
            <a:ext cx="3198096" cy="54160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471154"/>
            <a:ext cx="3213847" cy="1211074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682228"/>
            <a:ext cx="3213847" cy="54160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9878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0002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5989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672042"/>
            <a:ext cx="2438192" cy="235214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451426"/>
            <a:ext cx="3827085" cy="716377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024188"/>
            <a:ext cx="2438192" cy="5602681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79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672042"/>
            <a:ext cx="2438192" cy="235214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451426"/>
            <a:ext cx="3827085" cy="716377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024188"/>
            <a:ext cx="2438192" cy="5602681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854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964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36700"/>
            <a:ext cx="1630055" cy="854286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36700"/>
            <a:ext cx="4795669" cy="854286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7211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36702"/>
            <a:ext cx="6520220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683500"/>
            <a:ext cx="6520220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343248"/>
            <a:ext cx="1700927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60D67-C7B7-534D-A4F2-38722D5FAEF5}" type="datetimeFigureOut">
              <a:rPr kumimoji="1" lang="ja-JP" altLang="en-US" smtClean="0"/>
              <a:t>2024/11/4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343248"/>
            <a:ext cx="255139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343248"/>
            <a:ext cx="1700927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A7A7F6-1C74-FA4B-8840-29695EE42D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882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kumimoji="1"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kumimoji="1"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角丸四角形 8">
            <a:extLst>
              <a:ext uri="{FF2B5EF4-FFF2-40B4-BE49-F238E27FC236}">
                <a16:creationId xmlns:a16="http://schemas.microsoft.com/office/drawing/2014/main" id="{A1BD1A57-7D80-D090-4014-C05195DD29AC}"/>
              </a:ext>
            </a:extLst>
          </p:cNvPr>
          <p:cNvSpPr/>
          <p:nvPr/>
        </p:nvSpPr>
        <p:spPr>
          <a:xfrm>
            <a:off x="1" y="0"/>
            <a:ext cx="2267413" cy="100806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Tap here to previous page</a:t>
            </a: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ここをタップして前ページへ</a:t>
            </a: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87BC637F-04FF-0F28-8D3C-B8D48A438C48}"/>
              </a:ext>
            </a:extLst>
          </p:cNvPr>
          <p:cNvSpPr/>
          <p:nvPr/>
        </p:nvSpPr>
        <p:spPr>
          <a:xfrm>
            <a:off x="5292263" y="-1"/>
            <a:ext cx="2267413" cy="100806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Tap here to next page</a:t>
            </a: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ここをタップして次ページへ</a:t>
            </a: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CD1EE0DB-78F8-7F1F-D23E-0C9EB7A013A7}"/>
              </a:ext>
            </a:extLst>
          </p:cNvPr>
          <p:cNvSpPr/>
          <p:nvPr/>
        </p:nvSpPr>
        <p:spPr>
          <a:xfrm>
            <a:off x="2237250" y="0"/>
            <a:ext cx="3024849" cy="1008062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Tap here to toggle  toolbar</a:t>
            </a: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ここをタップしてツールバー表示を切り替え</a:t>
            </a:r>
          </a:p>
        </p:txBody>
      </p:sp>
    </p:spTree>
    <p:extLst>
      <p:ext uri="{BB962C8B-B14F-4D97-AF65-F5344CB8AC3E}">
        <p14:creationId xmlns:p14="http://schemas.microsoft.com/office/powerpoint/2010/main" val="1169226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C203A35-B7DA-26AE-2880-6B6B630D3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83" y="1188959"/>
            <a:ext cx="443715" cy="47921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823052-81DC-C917-1E8E-BEBABBE35844}"/>
              </a:ext>
            </a:extLst>
          </p:cNvPr>
          <p:cNvSpPr txBox="1"/>
          <p:nvPr/>
        </p:nvSpPr>
        <p:spPr>
          <a:xfrm>
            <a:off x="1506240" y="1188958"/>
            <a:ext cx="50515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Tap this icon to import PDF file from iCloud drive.</a:t>
            </a:r>
          </a:p>
          <a:p>
            <a:endParaRPr kumimoji="1" lang="en-US" altLang="ja-JP" dirty="0"/>
          </a:p>
          <a:p>
            <a:r>
              <a:rPr kumimoji="1" lang="ja-JP" altLang="en-US"/>
              <a:t>このアイコンをタップして</a:t>
            </a:r>
            <a:r>
              <a:rPr kumimoji="1" lang="en-US" altLang="ja-JP" dirty="0"/>
              <a:t> iCloud Drive </a:t>
            </a:r>
            <a:r>
              <a:rPr kumimoji="1" lang="ja-JP" altLang="en-US"/>
              <a:t>から</a:t>
            </a:r>
            <a:r>
              <a:rPr kumimoji="1" lang="en-US" altLang="ja-JP" dirty="0"/>
              <a:t> PDF</a:t>
            </a:r>
            <a:r>
              <a:rPr kumimoji="1" lang="ja-JP" altLang="en-US"/>
              <a:t>ファイルをインポートできます</a:t>
            </a:r>
            <a:endParaRPr kumimoji="1" lang="en-US" altLang="ja-JP" dirty="0"/>
          </a:p>
          <a:p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4C94166-0309-E8AB-CFB5-541D9F166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76" y="3348888"/>
            <a:ext cx="513527" cy="415712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AF0B02-04EB-38D1-2EDB-C316BE4D1F12}"/>
              </a:ext>
            </a:extLst>
          </p:cNvPr>
          <p:cNvSpPr txBox="1"/>
          <p:nvPr/>
        </p:nvSpPr>
        <p:spPr>
          <a:xfrm>
            <a:off x="1506240" y="3237376"/>
            <a:ext cx="505150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Tap this icon to connect 2 devices to synchronize pagination.</a:t>
            </a:r>
          </a:p>
          <a:p>
            <a:endParaRPr kumimoji="1" lang="en-US" altLang="ja-JP" dirty="0"/>
          </a:p>
          <a:p>
            <a:r>
              <a:rPr kumimoji="1" lang="ja-JP" altLang="en-US"/>
              <a:t>このアイコンをタップして</a:t>
            </a:r>
            <a:r>
              <a:rPr kumimoji="1" lang="en-US" altLang="ja-JP" dirty="0"/>
              <a:t>2</a:t>
            </a:r>
            <a:r>
              <a:rPr kumimoji="1" lang="ja-JP" altLang="en-US"/>
              <a:t>台の</a:t>
            </a:r>
            <a:r>
              <a:rPr kumimoji="1" lang="en-US" altLang="ja-JP" dirty="0"/>
              <a:t>iOS</a:t>
            </a:r>
            <a:r>
              <a:rPr kumimoji="1" lang="ja-JP" altLang="en-US"/>
              <a:t>デバイスを接続しページめくりを同期できます。</a:t>
            </a:r>
            <a:endParaRPr kumimoji="1" lang="en-US" altLang="ja-JP" dirty="0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7927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90</Words>
  <Application>Microsoft Macintosh PowerPoint</Application>
  <PresentationFormat>ユーザー設定</PresentationFormat>
  <Paragraphs>22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卓弥 村上</dc:creator>
  <cp:lastModifiedBy>卓弥 村上</cp:lastModifiedBy>
  <cp:revision>15</cp:revision>
  <dcterms:created xsi:type="dcterms:W3CDTF">2024-11-04T06:11:43Z</dcterms:created>
  <dcterms:modified xsi:type="dcterms:W3CDTF">2024-11-04T11:48:06Z</dcterms:modified>
</cp:coreProperties>
</file>