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2"/>
    <p:restoredTop sz="94694"/>
  </p:normalViewPr>
  <p:slideViewPr>
    <p:cSldViewPr snapToGrid="0">
      <p:cViewPr varScale="1">
        <p:scale>
          <a:sx n="115" d="100"/>
          <a:sy n="115" d="100"/>
        </p:scale>
        <p:origin x="39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92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39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19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83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1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57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665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90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898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97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001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60D67-C7B7-534D-A4F2-38722D5FAEF5}" type="datetimeFigureOut">
              <a:rPr kumimoji="1" lang="ja-JP" altLang="en-US" smtClean="0"/>
              <a:t>2024/11/4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7A7F6-1C74-FA4B-8840-29695EE42D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333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角丸四角形 8">
            <a:extLst>
              <a:ext uri="{FF2B5EF4-FFF2-40B4-BE49-F238E27FC236}">
                <a16:creationId xmlns:a16="http://schemas.microsoft.com/office/drawing/2014/main" id="{A1BD1A57-7D80-D090-4014-C05195DD29AC}"/>
              </a:ext>
            </a:extLst>
          </p:cNvPr>
          <p:cNvSpPr/>
          <p:nvPr/>
        </p:nvSpPr>
        <p:spPr>
          <a:xfrm>
            <a:off x="0" y="0"/>
            <a:ext cx="2267413" cy="106918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Tap here to previous page</a:t>
            </a: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ここをタップして前ページへ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87BC637F-04FF-0F28-8D3C-B8D48A438C48}"/>
              </a:ext>
            </a:extLst>
          </p:cNvPr>
          <p:cNvSpPr/>
          <p:nvPr/>
        </p:nvSpPr>
        <p:spPr>
          <a:xfrm>
            <a:off x="5292262" y="1"/>
            <a:ext cx="2267413" cy="106918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Tap here to next page</a:t>
            </a: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ここをタップして次ページへ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CD1EE0DB-78F8-7F1F-D23E-0C9EB7A013A7}"/>
              </a:ext>
            </a:extLst>
          </p:cNvPr>
          <p:cNvSpPr/>
          <p:nvPr/>
        </p:nvSpPr>
        <p:spPr>
          <a:xfrm>
            <a:off x="2267413" y="1"/>
            <a:ext cx="3024849" cy="1069181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Tap here to toggle  toolbar</a:t>
            </a: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ここをタップしてツールバー表示を切り替え</a:t>
            </a:r>
          </a:p>
        </p:txBody>
      </p:sp>
    </p:spTree>
    <p:extLst>
      <p:ext uri="{BB962C8B-B14F-4D97-AF65-F5344CB8AC3E}">
        <p14:creationId xmlns:p14="http://schemas.microsoft.com/office/powerpoint/2010/main" val="116922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C203A35-B7DA-26AE-2880-6B6B630D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50" y="1037353"/>
            <a:ext cx="443715" cy="47921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823052-81DC-C917-1E8E-BEBABBE35844}"/>
              </a:ext>
            </a:extLst>
          </p:cNvPr>
          <p:cNvSpPr txBox="1"/>
          <p:nvPr/>
        </p:nvSpPr>
        <p:spPr>
          <a:xfrm>
            <a:off x="1438507" y="1037353"/>
            <a:ext cx="50515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Tap this icon to import PDF file from iCloud drive.</a:t>
            </a:r>
          </a:p>
          <a:p>
            <a:endParaRPr kumimoji="1" lang="en-US" altLang="ja-JP" dirty="0"/>
          </a:p>
          <a:p>
            <a:r>
              <a:rPr kumimoji="1" lang="ja-JP" altLang="en-US"/>
              <a:t>このアイコンをタップして</a:t>
            </a:r>
            <a:r>
              <a:rPr kumimoji="1" lang="en-US" altLang="ja-JP" dirty="0"/>
              <a:t> iCloud Drive </a:t>
            </a:r>
            <a:r>
              <a:rPr kumimoji="1" lang="ja-JP" altLang="en-US"/>
              <a:t>から</a:t>
            </a:r>
            <a:r>
              <a:rPr kumimoji="1" lang="en-US" altLang="ja-JP" dirty="0"/>
              <a:t> PDF</a:t>
            </a:r>
            <a:r>
              <a:rPr kumimoji="1" lang="ja-JP" altLang="en-US"/>
              <a:t>ファイルをインポートできます</a:t>
            </a:r>
            <a:endParaRPr kumimoji="1" lang="en-US" altLang="ja-JP" dirty="0"/>
          </a:p>
          <a:p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4C94166-0309-E8AB-CFB5-541D9F166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3" y="3197283"/>
            <a:ext cx="513527" cy="41571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AF0B02-04EB-38D1-2EDB-C316BE4D1F12}"/>
              </a:ext>
            </a:extLst>
          </p:cNvPr>
          <p:cNvSpPr txBox="1"/>
          <p:nvPr/>
        </p:nvSpPr>
        <p:spPr>
          <a:xfrm>
            <a:off x="1438507" y="3085771"/>
            <a:ext cx="50515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Tap this icon to connect 2 devices to synchronize pagination.</a:t>
            </a:r>
          </a:p>
          <a:p>
            <a:endParaRPr kumimoji="1" lang="en-US" altLang="ja-JP" dirty="0"/>
          </a:p>
          <a:p>
            <a:r>
              <a:rPr kumimoji="1" lang="ja-JP" altLang="en-US"/>
              <a:t>このアイコンをタップして</a:t>
            </a:r>
            <a:r>
              <a:rPr kumimoji="1" lang="en-US" altLang="ja-JP" dirty="0"/>
              <a:t>2</a:t>
            </a:r>
            <a:r>
              <a:rPr kumimoji="1" lang="ja-JP" altLang="en-US"/>
              <a:t>台の</a:t>
            </a:r>
            <a:r>
              <a:rPr kumimoji="1" lang="en-US" altLang="ja-JP" dirty="0"/>
              <a:t>iOS</a:t>
            </a:r>
            <a:r>
              <a:rPr kumimoji="1" lang="ja-JP" altLang="en-US"/>
              <a:t>デバイスを接続しページめくりを同期できます。</a:t>
            </a:r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92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90</Words>
  <Application>Microsoft Macintosh PowerPoint</Application>
  <PresentationFormat>ユーザー設定</PresentationFormat>
  <Paragraphs>22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卓弥 村上</dc:creator>
  <cp:lastModifiedBy>卓弥 村上</cp:lastModifiedBy>
  <cp:revision>13</cp:revision>
  <dcterms:created xsi:type="dcterms:W3CDTF">2024-11-04T06:11:43Z</dcterms:created>
  <dcterms:modified xsi:type="dcterms:W3CDTF">2024-11-04T06:29:46Z</dcterms:modified>
</cp:coreProperties>
</file>